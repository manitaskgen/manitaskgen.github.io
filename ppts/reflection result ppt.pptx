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2374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60"/>
  </p:normalViewPr>
  <p:slideViewPr>
    <p:cSldViewPr snapToGrid="0">
      <p:cViewPr varScale="1">
        <p:scale>
          <a:sx n="97" d="100"/>
          <a:sy n="97" d="100"/>
        </p:scale>
        <p:origin x="77" y="1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88670"/>
            <a:ext cx="9144000" cy="826817"/>
          </a:xfrm>
        </p:spPr>
        <p:txBody>
          <a:bodyPr anchor="b"/>
          <a:lstStyle>
            <a:lvl1pPr algn="ctr">
              <a:defRPr sz="207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47373"/>
            <a:ext cx="9144000" cy="573384"/>
          </a:xfrm>
        </p:spPr>
        <p:txBody>
          <a:bodyPr/>
          <a:lstStyle>
            <a:lvl1pPr marL="0" indent="0" algn="ctr">
              <a:buNone/>
              <a:defRPr sz="831"/>
            </a:lvl1pPr>
            <a:lvl2pPr marL="158328" indent="0" algn="ctr">
              <a:buNone/>
              <a:defRPr sz="693"/>
            </a:lvl2pPr>
            <a:lvl3pPr marL="316657" indent="0" algn="ctr">
              <a:buNone/>
              <a:defRPr sz="623"/>
            </a:lvl3pPr>
            <a:lvl4pPr marL="474985" indent="0" algn="ctr">
              <a:buNone/>
              <a:defRPr sz="554"/>
            </a:lvl4pPr>
            <a:lvl5pPr marL="633313" indent="0" algn="ctr">
              <a:buNone/>
              <a:defRPr sz="554"/>
            </a:lvl5pPr>
            <a:lvl6pPr marL="791642" indent="0" algn="ctr">
              <a:buNone/>
              <a:defRPr sz="554"/>
            </a:lvl6pPr>
            <a:lvl7pPr marL="949970" indent="0" algn="ctr">
              <a:buNone/>
              <a:defRPr sz="554"/>
            </a:lvl7pPr>
            <a:lvl8pPr marL="1108299" indent="0" algn="ctr">
              <a:buNone/>
              <a:defRPr sz="554"/>
            </a:lvl8pPr>
            <a:lvl9pPr marL="1266627" indent="0" algn="ctr">
              <a:buNone/>
              <a:defRPr sz="55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DB0-92A3-4B5E-9B06-975EB3009A30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5F38-4CD2-4734-919B-47FF4E8BA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28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DB0-92A3-4B5E-9B06-975EB3009A30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5F38-4CD2-4734-919B-47FF4E8BA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59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592076"/>
            <a:ext cx="10515600" cy="987892"/>
          </a:xfrm>
        </p:spPr>
        <p:txBody>
          <a:bodyPr anchor="b"/>
          <a:lstStyle>
            <a:lvl1pPr>
              <a:defRPr sz="207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589314"/>
            <a:ext cx="10515600" cy="519509"/>
          </a:xfrm>
        </p:spPr>
        <p:txBody>
          <a:bodyPr/>
          <a:lstStyle>
            <a:lvl1pPr marL="0" indent="0">
              <a:buNone/>
              <a:defRPr sz="831">
                <a:solidFill>
                  <a:schemeClr val="tx1">
                    <a:tint val="82000"/>
                  </a:schemeClr>
                </a:solidFill>
              </a:defRPr>
            </a:lvl1pPr>
            <a:lvl2pPr marL="158328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2pPr>
            <a:lvl3pPr marL="316657" indent="0">
              <a:buNone/>
              <a:defRPr sz="623">
                <a:solidFill>
                  <a:schemeClr val="tx1">
                    <a:tint val="82000"/>
                  </a:schemeClr>
                </a:solidFill>
              </a:defRPr>
            </a:lvl3pPr>
            <a:lvl4pPr marL="474985" indent="0">
              <a:buNone/>
              <a:defRPr sz="554">
                <a:solidFill>
                  <a:schemeClr val="tx1">
                    <a:tint val="82000"/>
                  </a:schemeClr>
                </a:solidFill>
              </a:defRPr>
            </a:lvl4pPr>
            <a:lvl5pPr marL="633313" indent="0">
              <a:buNone/>
              <a:defRPr sz="554">
                <a:solidFill>
                  <a:schemeClr val="tx1">
                    <a:tint val="82000"/>
                  </a:schemeClr>
                </a:solidFill>
              </a:defRPr>
            </a:lvl5pPr>
            <a:lvl6pPr marL="791642" indent="0">
              <a:buNone/>
              <a:defRPr sz="554">
                <a:solidFill>
                  <a:schemeClr val="tx1">
                    <a:tint val="82000"/>
                  </a:schemeClr>
                </a:solidFill>
              </a:defRPr>
            </a:lvl6pPr>
            <a:lvl7pPr marL="949970" indent="0">
              <a:buNone/>
              <a:defRPr sz="554">
                <a:solidFill>
                  <a:schemeClr val="tx1">
                    <a:tint val="82000"/>
                  </a:schemeClr>
                </a:solidFill>
              </a:defRPr>
            </a:lvl7pPr>
            <a:lvl8pPr marL="1108299" indent="0">
              <a:buNone/>
              <a:defRPr sz="554">
                <a:solidFill>
                  <a:schemeClr val="tx1">
                    <a:tint val="82000"/>
                  </a:schemeClr>
                </a:solidFill>
              </a:defRPr>
            </a:lvl8pPr>
            <a:lvl9pPr marL="1266627" indent="0">
              <a:buNone/>
              <a:defRPr sz="55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DB0-92A3-4B5E-9B06-975EB3009A30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5F38-4CD2-4734-919B-47FF4E8BA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98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32207"/>
            <a:ext cx="5181600" cy="15068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32207"/>
            <a:ext cx="5181600" cy="15068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DB0-92A3-4B5E-9B06-975EB3009A30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5F38-4CD2-4734-919B-47FF4E8BA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25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26441"/>
            <a:ext cx="10515600" cy="459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82180"/>
            <a:ext cx="5157787" cy="285318"/>
          </a:xfrm>
        </p:spPr>
        <p:txBody>
          <a:bodyPr anchor="b"/>
          <a:lstStyle>
            <a:lvl1pPr marL="0" indent="0">
              <a:buNone/>
              <a:defRPr sz="831" b="1"/>
            </a:lvl1pPr>
            <a:lvl2pPr marL="158328" indent="0">
              <a:buNone/>
              <a:defRPr sz="693" b="1"/>
            </a:lvl2pPr>
            <a:lvl3pPr marL="316657" indent="0">
              <a:buNone/>
              <a:defRPr sz="623" b="1"/>
            </a:lvl3pPr>
            <a:lvl4pPr marL="474985" indent="0">
              <a:buNone/>
              <a:defRPr sz="554" b="1"/>
            </a:lvl4pPr>
            <a:lvl5pPr marL="633313" indent="0">
              <a:buNone/>
              <a:defRPr sz="554" b="1"/>
            </a:lvl5pPr>
            <a:lvl6pPr marL="791642" indent="0">
              <a:buNone/>
              <a:defRPr sz="554" b="1"/>
            </a:lvl6pPr>
            <a:lvl7pPr marL="949970" indent="0">
              <a:buNone/>
              <a:defRPr sz="554" b="1"/>
            </a:lvl7pPr>
            <a:lvl8pPr marL="1108299" indent="0">
              <a:buNone/>
              <a:defRPr sz="554" b="1"/>
            </a:lvl8pPr>
            <a:lvl9pPr marL="1266627" indent="0">
              <a:buNone/>
              <a:defRPr sz="55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867498"/>
            <a:ext cx="5157787" cy="12759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582180"/>
            <a:ext cx="5183188" cy="285318"/>
          </a:xfrm>
        </p:spPr>
        <p:txBody>
          <a:bodyPr anchor="b"/>
          <a:lstStyle>
            <a:lvl1pPr marL="0" indent="0">
              <a:buNone/>
              <a:defRPr sz="831" b="1"/>
            </a:lvl1pPr>
            <a:lvl2pPr marL="158328" indent="0">
              <a:buNone/>
              <a:defRPr sz="693" b="1"/>
            </a:lvl2pPr>
            <a:lvl3pPr marL="316657" indent="0">
              <a:buNone/>
              <a:defRPr sz="623" b="1"/>
            </a:lvl3pPr>
            <a:lvl4pPr marL="474985" indent="0">
              <a:buNone/>
              <a:defRPr sz="554" b="1"/>
            </a:lvl4pPr>
            <a:lvl5pPr marL="633313" indent="0">
              <a:buNone/>
              <a:defRPr sz="554" b="1"/>
            </a:lvl5pPr>
            <a:lvl6pPr marL="791642" indent="0">
              <a:buNone/>
              <a:defRPr sz="554" b="1"/>
            </a:lvl6pPr>
            <a:lvl7pPr marL="949970" indent="0">
              <a:buNone/>
              <a:defRPr sz="554" b="1"/>
            </a:lvl7pPr>
            <a:lvl8pPr marL="1108299" indent="0">
              <a:buNone/>
              <a:defRPr sz="554" b="1"/>
            </a:lvl8pPr>
            <a:lvl9pPr marL="1266627" indent="0">
              <a:buNone/>
              <a:defRPr sz="55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867498"/>
            <a:ext cx="5183188" cy="12759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DB0-92A3-4B5E-9B06-975EB3009A30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5F38-4CD2-4734-919B-47FF4E8BA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6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DB0-92A3-4B5E-9B06-975EB3009A30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5F38-4CD2-4734-919B-47FF4E8BA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39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DB0-92A3-4B5E-9B06-975EB3009A30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5F38-4CD2-4734-919B-47FF4E8BA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55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58327"/>
            <a:ext cx="3932237" cy="554143"/>
          </a:xfrm>
        </p:spPr>
        <p:txBody>
          <a:bodyPr anchor="b"/>
          <a:lstStyle>
            <a:lvl1pPr>
              <a:defRPr sz="11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41942"/>
            <a:ext cx="6172200" cy="1687718"/>
          </a:xfrm>
        </p:spPr>
        <p:txBody>
          <a:bodyPr/>
          <a:lstStyle>
            <a:lvl1pPr>
              <a:defRPr sz="1108"/>
            </a:lvl1pPr>
            <a:lvl2pPr>
              <a:defRPr sz="970"/>
            </a:lvl2pPr>
            <a:lvl3pPr>
              <a:defRPr sz="831"/>
            </a:lvl3pPr>
            <a:lvl4pPr>
              <a:defRPr sz="693"/>
            </a:lvl4pPr>
            <a:lvl5pPr>
              <a:defRPr sz="693"/>
            </a:lvl5pPr>
            <a:lvl6pPr>
              <a:defRPr sz="693"/>
            </a:lvl6pPr>
            <a:lvl7pPr>
              <a:defRPr sz="693"/>
            </a:lvl7pPr>
            <a:lvl8pPr>
              <a:defRPr sz="693"/>
            </a:lvl8pPr>
            <a:lvl9pPr>
              <a:defRPr sz="69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12470"/>
            <a:ext cx="3932237" cy="1319939"/>
          </a:xfrm>
        </p:spPr>
        <p:txBody>
          <a:bodyPr/>
          <a:lstStyle>
            <a:lvl1pPr marL="0" indent="0">
              <a:buNone/>
              <a:defRPr sz="554"/>
            </a:lvl1pPr>
            <a:lvl2pPr marL="158328" indent="0">
              <a:buNone/>
              <a:defRPr sz="485"/>
            </a:lvl2pPr>
            <a:lvl3pPr marL="316657" indent="0">
              <a:buNone/>
              <a:defRPr sz="416"/>
            </a:lvl3pPr>
            <a:lvl4pPr marL="474985" indent="0">
              <a:buNone/>
              <a:defRPr sz="346"/>
            </a:lvl4pPr>
            <a:lvl5pPr marL="633313" indent="0">
              <a:buNone/>
              <a:defRPr sz="346"/>
            </a:lvl5pPr>
            <a:lvl6pPr marL="791642" indent="0">
              <a:buNone/>
              <a:defRPr sz="346"/>
            </a:lvl6pPr>
            <a:lvl7pPr marL="949970" indent="0">
              <a:buNone/>
              <a:defRPr sz="346"/>
            </a:lvl7pPr>
            <a:lvl8pPr marL="1108299" indent="0">
              <a:buNone/>
              <a:defRPr sz="346"/>
            </a:lvl8pPr>
            <a:lvl9pPr marL="1266627" indent="0">
              <a:buNone/>
              <a:defRPr sz="34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DB0-92A3-4B5E-9B06-975EB3009A30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5F38-4CD2-4734-919B-47FF4E8BA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788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58327"/>
            <a:ext cx="3932237" cy="554143"/>
          </a:xfrm>
        </p:spPr>
        <p:txBody>
          <a:bodyPr anchor="b"/>
          <a:lstStyle>
            <a:lvl1pPr>
              <a:defRPr sz="11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41942"/>
            <a:ext cx="6172200" cy="1687718"/>
          </a:xfrm>
        </p:spPr>
        <p:txBody>
          <a:bodyPr anchor="t"/>
          <a:lstStyle>
            <a:lvl1pPr marL="0" indent="0">
              <a:buNone/>
              <a:defRPr sz="1108"/>
            </a:lvl1pPr>
            <a:lvl2pPr marL="158328" indent="0">
              <a:buNone/>
              <a:defRPr sz="970"/>
            </a:lvl2pPr>
            <a:lvl3pPr marL="316657" indent="0">
              <a:buNone/>
              <a:defRPr sz="831"/>
            </a:lvl3pPr>
            <a:lvl4pPr marL="474985" indent="0">
              <a:buNone/>
              <a:defRPr sz="693"/>
            </a:lvl4pPr>
            <a:lvl5pPr marL="633313" indent="0">
              <a:buNone/>
              <a:defRPr sz="693"/>
            </a:lvl5pPr>
            <a:lvl6pPr marL="791642" indent="0">
              <a:buNone/>
              <a:defRPr sz="693"/>
            </a:lvl6pPr>
            <a:lvl7pPr marL="949970" indent="0">
              <a:buNone/>
              <a:defRPr sz="693"/>
            </a:lvl7pPr>
            <a:lvl8pPr marL="1108299" indent="0">
              <a:buNone/>
              <a:defRPr sz="693"/>
            </a:lvl8pPr>
            <a:lvl9pPr marL="1266627" indent="0">
              <a:buNone/>
              <a:defRPr sz="69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12470"/>
            <a:ext cx="3932237" cy="1319939"/>
          </a:xfrm>
        </p:spPr>
        <p:txBody>
          <a:bodyPr/>
          <a:lstStyle>
            <a:lvl1pPr marL="0" indent="0">
              <a:buNone/>
              <a:defRPr sz="554"/>
            </a:lvl1pPr>
            <a:lvl2pPr marL="158328" indent="0">
              <a:buNone/>
              <a:defRPr sz="485"/>
            </a:lvl2pPr>
            <a:lvl3pPr marL="316657" indent="0">
              <a:buNone/>
              <a:defRPr sz="416"/>
            </a:lvl3pPr>
            <a:lvl4pPr marL="474985" indent="0">
              <a:buNone/>
              <a:defRPr sz="346"/>
            </a:lvl4pPr>
            <a:lvl5pPr marL="633313" indent="0">
              <a:buNone/>
              <a:defRPr sz="346"/>
            </a:lvl5pPr>
            <a:lvl6pPr marL="791642" indent="0">
              <a:buNone/>
              <a:defRPr sz="346"/>
            </a:lvl6pPr>
            <a:lvl7pPr marL="949970" indent="0">
              <a:buNone/>
              <a:defRPr sz="346"/>
            </a:lvl7pPr>
            <a:lvl8pPr marL="1108299" indent="0">
              <a:buNone/>
              <a:defRPr sz="346"/>
            </a:lvl8pPr>
            <a:lvl9pPr marL="1266627" indent="0">
              <a:buNone/>
              <a:defRPr sz="34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DB0-92A3-4B5E-9B06-975EB3009A30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5F38-4CD2-4734-919B-47FF4E8BA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344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DB0-92A3-4B5E-9B06-975EB3009A30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5F38-4CD2-4734-919B-47FF4E8BA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848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26441"/>
            <a:ext cx="2628900" cy="20126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26441"/>
            <a:ext cx="7734300" cy="20126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DB0-92A3-4B5E-9B06-975EB3009A30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5F38-4CD2-4734-919B-47FF4E8BA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33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6441"/>
            <a:ext cx="10515600" cy="459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32207"/>
            <a:ext cx="10515600" cy="1506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201181"/>
            <a:ext cx="2743200" cy="1264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EADB0-92A3-4B5E-9B06-975EB3009A30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201181"/>
            <a:ext cx="4114800" cy="1264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201181"/>
            <a:ext cx="2743200" cy="1264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15F38-4CD2-4734-919B-47FF4E8BA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94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16657" rtl="0" eaLnBrk="1" latinLnBrk="0" hangingPunct="1">
        <a:lnSpc>
          <a:spcPct val="90000"/>
        </a:lnSpc>
        <a:spcBef>
          <a:spcPct val="0"/>
        </a:spcBef>
        <a:buNone/>
        <a:defRPr sz="15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9164" indent="-79164" algn="l" defTabSz="316657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970" kern="1200">
          <a:solidFill>
            <a:schemeClr val="tx1"/>
          </a:solidFill>
          <a:latin typeface="+mn-lt"/>
          <a:ea typeface="+mn-ea"/>
          <a:cs typeface="+mn-cs"/>
        </a:defRPr>
      </a:lvl1pPr>
      <a:lvl2pPr marL="237493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831" kern="1200">
          <a:solidFill>
            <a:schemeClr val="tx1"/>
          </a:solidFill>
          <a:latin typeface="+mn-lt"/>
          <a:ea typeface="+mn-ea"/>
          <a:cs typeface="+mn-cs"/>
        </a:defRPr>
      </a:lvl2pPr>
      <a:lvl3pPr marL="395821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93" kern="1200">
          <a:solidFill>
            <a:schemeClr val="tx1"/>
          </a:solidFill>
          <a:latin typeface="+mn-lt"/>
          <a:ea typeface="+mn-ea"/>
          <a:cs typeface="+mn-cs"/>
        </a:defRPr>
      </a:lvl3pPr>
      <a:lvl4pPr marL="554149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3" kern="1200">
          <a:solidFill>
            <a:schemeClr val="tx1"/>
          </a:solidFill>
          <a:latin typeface="+mn-lt"/>
          <a:ea typeface="+mn-ea"/>
          <a:cs typeface="+mn-cs"/>
        </a:defRPr>
      </a:lvl4pPr>
      <a:lvl5pPr marL="712478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3" kern="1200">
          <a:solidFill>
            <a:schemeClr val="tx1"/>
          </a:solidFill>
          <a:latin typeface="+mn-lt"/>
          <a:ea typeface="+mn-ea"/>
          <a:cs typeface="+mn-cs"/>
        </a:defRPr>
      </a:lvl5pPr>
      <a:lvl6pPr marL="870806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3" kern="1200">
          <a:solidFill>
            <a:schemeClr val="tx1"/>
          </a:solidFill>
          <a:latin typeface="+mn-lt"/>
          <a:ea typeface="+mn-ea"/>
          <a:cs typeface="+mn-cs"/>
        </a:defRPr>
      </a:lvl6pPr>
      <a:lvl7pPr marL="1029134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3" kern="1200">
          <a:solidFill>
            <a:schemeClr val="tx1"/>
          </a:solidFill>
          <a:latin typeface="+mn-lt"/>
          <a:ea typeface="+mn-ea"/>
          <a:cs typeface="+mn-cs"/>
        </a:defRPr>
      </a:lvl7pPr>
      <a:lvl8pPr marL="1187463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3" kern="1200">
          <a:solidFill>
            <a:schemeClr val="tx1"/>
          </a:solidFill>
          <a:latin typeface="+mn-lt"/>
          <a:ea typeface="+mn-ea"/>
          <a:cs typeface="+mn-cs"/>
        </a:defRPr>
      </a:lvl8pPr>
      <a:lvl9pPr marL="1345791" indent="-79164" algn="l" defTabSz="316657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6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1pPr>
      <a:lvl2pPr marL="158328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2pPr>
      <a:lvl3pPr marL="316657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3pPr>
      <a:lvl4pPr marL="474985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4pPr>
      <a:lvl5pPr marL="633313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5pPr>
      <a:lvl6pPr marL="791642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6pPr>
      <a:lvl7pPr marL="949970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7pPr>
      <a:lvl8pPr marL="1108299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8pPr>
      <a:lvl9pPr marL="1266627" algn="l" defTabSz="316657" rtl="0" eaLnBrk="1" latinLnBrk="0" hangingPunct="1">
        <a:defRPr sz="6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QR 代码&#10;&#10;AI 生成的内容可能不正确。">
            <a:extLst>
              <a:ext uri="{FF2B5EF4-FFF2-40B4-BE49-F238E27FC236}">
                <a16:creationId xmlns:a16="http://schemas.microsoft.com/office/drawing/2014/main" id="{4A244781-E79A-E63D-7BA6-258415D93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32"/>
          <a:stretch>
            <a:fillRect/>
          </a:stretch>
        </p:blipFill>
        <p:spPr>
          <a:xfrm>
            <a:off x="8229601" y="36483"/>
            <a:ext cx="3665838" cy="1944624"/>
          </a:xfrm>
          <a:prstGeom prst="rect">
            <a:avLst/>
          </a:prstGeom>
        </p:spPr>
      </p:pic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217E1EFD-8332-A01A-18A1-1394B6066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4" y="36483"/>
            <a:ext cx="7911190" cy="1768457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4C620C0-9E11-EB02-844E-E8ABBCC5FB3B}"/>
              </a:ext>
            </a:extLst>
          </p:cNvPr>
          <p:cNvCxnSpPr>
            <a:cxnSpLocks/>
          </p:cNvCxnSpPr>
          <p:nvPr/>
        </p:nvCxnSpPr>
        <p:spPr>
          <a:xfrm>
            <a:off x="8110468" y="57380"/>
            <a:ext cx="0" cy="1747560"/>
          </a:xfrm>
          <a:prstGeom prst="line">
            <a:avLst/>
          </a:prstGeom>
          <a:ln w="19050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" name="图片 12" descr="图片包含 QR 代码&#10;&#10;AI 生成的内容可能不正确。">
            <a:extLst>
              <a:ext uri="{FF2B5EF4-FFF2-40B4-BE49-F238E27FC236}">
                <a16:creationId xmlns:a16="http://schemas.microsoft.com/office/drawing/2014/main" id="{4D6FC759-8287-4506-5543-C46011D96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32"/>
          <a:stretch>
            <a:fillRect/>
          </a:stretch>
        </p:blipFill>
        <p:spPr>
          <a:xfrm>
            <a:off x="8229601" y="0"/>
            <a:ext cx="3665838" cy="1944624"/>
          </a:xfrm>
          <a:prstGeom prst="rect">
            <a:avLst/>
          </a:prstGeom>
        </p:spPr>
      </p:pic>
      <p:pic>
        <p:nvPicPr>
          <p:cNvPr id="14" name="图片 13" descr="表格&#10;&#10;AI 生成的内容可能不正确。">
            <a:extLst>
              <a:ext uri="{FF2B5EF4-FFF2-40B4-BE49-F238E27FC236}">
                <a16:creationId xmlns:a16="http://schemas.microsoft.com/office/drawing/2014/main" id="{11925365-B34D-7BD8-2748-9974C23D4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4" y="88085"/>
            <a:ext cx="7911190" cy="176845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41DE140-1BE8-19B4-1531-E40E8EA20851}"/>
              </a:ext>
            </a:extLst>
          </p:cNvPr>
          <p:cNvSpPr txBox="1"/>
          <p:nvPr/>
        </p:nvSpPr>
        <p:spPr>
          <a:xfrm>
            <a:off x="2556338" y="1891088"/>
            <a:ext cx="29575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of Agent Performance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73C947-655F-754F-CC0F-9B62C82EC6A3}"/>
              </a:ext>
            </a:extLst>
          </p:cNvPr>
          <p:cNvSpPr txBox="1"/>
          <p:nvPr/>
        </p:nvSpPr>
        <p:spPr>
          <a:xfrm>
            <a:off x="8444255" y="1897273"/>
            <a:ext cx="32365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of Gemini-2.5-flash Agent</a:t>
            </a:r>
          </a:p>
        </p:txBody>
      </p:sp>
    </p:spTree>
    <p:extLst>
      <p:ext uri="{BB962C8B-B14F-4D97-AF65-F5344CB8AC3E}">
        <p14:creationId xmlns:p14="http://schemas.microsoft.com/office/powerpoint/2010/main" val="1722081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14</Words>
  <Application>Microsoft Office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Guanhai Wang</dc:creator>
  <cp:lastModifiedBy>Guanhai Wang</cp:lastModifiedBy>
  <cp:revision>2</cp:revision>
  <dcterms:created xsi:type="dcterms:W3CDTF">2025-07-28T02:03:05Z</dcterms:created>
  <dcterms:modified xsi:type="dcterms:W3CDTF">2025-07-28T02:25:22Z</dcterms:modified>
</cp:coreProperties>
</file>